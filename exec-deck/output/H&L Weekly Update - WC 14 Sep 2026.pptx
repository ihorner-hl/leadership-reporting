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billed of 570h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of 132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246888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OF 38h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3035808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68880" y="309615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2468880" y="3096158"/>
            <a:ext cx="908182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29200" y="303580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14.50h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943600" y="303580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38.2%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3204972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468880" y="326532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2468880" y="3265322"/>
            <a:ext cx="865388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029200" y="320497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13.82h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0" y="320497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36.4%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3374136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Yeran Hettiarachchy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43448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434486"/>
            <a:ext cx="152156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37413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2.44h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37413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6.4%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543300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60365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603650"/>
            <a:ext cx="9272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54330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1.50h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54330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712464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77281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772814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71246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71246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881628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94197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941978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88162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88162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4050792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11114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29200" y="405079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0" y="405079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4219956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468880" y="428030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029200" y="421995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943600" y="421995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389120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468880" y="444947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29200" y="438912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943600" y="438912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4558284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Anton Lopez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2468880" y="461863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029200" y="455828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5943600" y="455828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4727448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Rafael Guevara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68880" y="478779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029200" y="472744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4727448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3" name="Text 81"/>
          <p:cNvSpPr txBox="1"/>
          <p:nvPr/>
        </p:nvSpPr>
        <p:spPr>
          <a:xfrm>
            <a:off x="640080" y="4896612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Mercado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68880" y="495696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029200" y="489661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0" y="4896612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7" name="Text 85"/>
          <p:cNvSpPr txBox="1"/>
          <p:nvPr/>
        </p:nvSpPr>
        <p:spPr>
          <a:xfrm>
            <a:off x="640080" y="5065776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2468880" y="512612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029200" y="506577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0" name="Text 88"/>
          <p:cNvSpPr txBox="1"/>
          <p:nvPr/>
        </p:nvSpPr>
        <p:spPr>
          <a:xfrm>
            <a:off x="5943600" y="5065776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1" name="Text 89"/>
          <p:cNvSpPr txBox="1"/>
          <p:nvPr/>
        </p:nvSpPr>
        <p:spPr>
          <a:xfrm>
            <a:off x="640080" y="5234940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2468880" y="529529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029200" y="523494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5943600" y="5234940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5" name="Text 93"/>
          <p:cNvSpPr txBox="1"/>
          <p:nvPr/>
        </p:nvSpPr>
        <p:spPr>
          <a:xfrm>
            <a:off x="640080" y="5404104"/>
            <a:ext cx="178308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2468880" y="546445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5029200" y="540410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5943600" y="5404104"/>
            <a:ext cx="82296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9" name="Shape 97"/>
          <p:cNvSpPr/>
          <p:nvPr/>
        </p:nvSpPr>
        <p:spPr>
          <a:xfrm>
            <a:off x="4370832" y="2999232"/>
            <a:ext cx="7315" cy="253746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931920" y="281635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 target</a:t>
            </a:r>
            <a:endParaRPr lang="en-US" sz="600" dirty="0"/>
          </a:p>
        </p:txBody>
      </p:sp>
      <p:sp>
        <p:nvSpPr>
          <p:cNvPr id="101" name="Text 99"/>
          <p:cNvSpPr txBox="1"/>
          <p:nvPr/>
        </p:nvSpPr>
        <p:spPr>
          <a:xfrm>
            <a:off x="640080" y="565099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15 people assigned to PS-pipeline tickets open now or closed this week (Tech, Onboarding, Integrations, Training, Warranty), at a 38h standard week.</a:t>
            </a:r>
            <a:endParaRPr lang="en-US" sz="580" dirty="0"/>
          </a:p>
        </p:txBody>
      </p:sp>
      <p:sp>
        <p:nvSpPr>
          <p:cNvPr id="102" name="Shape 100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3" name="Text 101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106" name="Text 104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107" name="Text 105"/>
          <p:cNvSpPr txBox="1"/>
          <p:nvPr/>
        </p:nvSpPr>
        <p:spPr>
          <a:xfrm>
            <a:off x="7379208" y="2944368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287000" y="2944368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31.44h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10972800" y="2944368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95.2%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7379208" y="3140964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8823960" y="320954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823960" y="3209544"/>
            <a:ext cx="68493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287000" y="3140964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1.57h</a:t>
            </a:r>
            <a:endParaRPr lang="en-US" sz="800" dirty="0"/>
          </a:p>
        </p:txBody>
      </p:sp>
      <p:sp>
        <p:nvSpPr>
          <p:cNvPr id="116" name="Text 114"/>
          <p:cNvSpPr txBox="1"/>
          <p:nvPr/>
        </p:nvSpPr>
        <p:spPr>
          <a:xfrm>
            <a:off x="10972800" y="3140964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4.8%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7379208" y="3337560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8823960" y="3406140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287000" y="3337560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10972800" y="3337560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1" name="Text 119"/>
          <p:cNvSpPr txBox="1"/>
          <p:nvPr/>
        </p:nvSpPr>
        <p:spPr>
          <a:xfrm>
            <a:off x="7379208" y="3534156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8823960" y="3602736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287000" y="3534156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10972800" y="3534156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5" name="Text 123"/>
          <p:cNvSpPr txBox="1"/>
          <p:nvPr/>
        </p:nvSpPr>
        <p:spPr>
          <a:xfrm>
            <a:off x="7379208" y="3730752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8823960" y="3799332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287000" y="3730752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8" name="Text 126"/>
          <p:cNvSpPr txBox="1"/>
          <p:nvPr/>
        </p:nvSpPr>
        <p:spPr>
          <a:xfrm>
            <a:off x="10972800" y="3730752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0" name="Text 128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5.8%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landed against 570h of capacity, but only 13% of the week's 132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people carry the entire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 38.2% and Rhys Woolcock 36.4%; the other 9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week; Tech carries 95% of logged time. Median time to close since 8 Sep: Tech 0.6 d.</a:t>
            </a:r>
            <a:endParaRPr lang="en-US" sz="900" dirty="0"/>
          </a:p>
        </p:txBody>
      </p:sp>
      <p:sp>
        <p:nvSpPr>
          <p:cNvPr id="132" name="Text 130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populated on only 3 of 30 records, so billable/non-billable is not yet separable. 2.44h of the Tech total sits on a record named 'Warranty Test' — worth clearing out.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2026-09-21T05:53:56Z</dcterms:created>
  <dcterms:modified xsi:type="dcterms:W3CDTF">2026-09-21T05:53:56Z</dcterms:modified>
</cp:coreProperties>
</file>