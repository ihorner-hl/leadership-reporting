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329</c:v>
                </c:pt>
                <c:pt idx="1">
                  <c:v>332</c:v>
                </c:pt>
                <c:pt idx="2">
                  <c:v>391</c:v>
                </c:pt>
                <c:pt idx="3">
                  <c:v>362</c:v>
                </c:pt>
                <c:pt idx="4">
                  <c:v>322</c:v>
                </c:pt>
                <c:pt idx="5">
                  <c:v>325</c:v>
                </c:pt>
                <c:pt idx="6">
                  <c:v>355</c:v>
                </c:pt>
                <c:pt idx="7">
                  <c:v>384</c:v>
                </c:pt>
                <c:pt idx="8">
                  <c:v>324</c:v>
                </c:pt>
                <c:pt idx="9">
                  <c:v>372</c:v>
                </c:pt>
                <c:pt idx="10">
                  <c:v>331</c:v>
                </c:pt>
                <c:pt idx="11">
                  <c:v>333</c:v>
                </c:pt>
                <c:pt idx="12">
                  <c:v>306</c:v>
                </c:pt>
                <c:pt idx="13">
                  <c:v>425</c:v>
                </c:pt>
                <c:pt idx="14">
                  <c:v>432</c:v>
                </c:pt>
                <c:pt idx="15">
                  <c:v>644</c:v>
                </c:pt>
                <c:pt idx="16">
                  <c:v>466</c:v>
                </c:pt>
                <c:pt idx="17">
                  <c:v>412</c:v>
                </c:pt>
                <c:pt idx="18">
                  <c:v>451</c:v>
                </c:pt>
                <c:pt idx="19">
                  <c:v>492</c:v>
                </c:pt>
                <c:pt idx="20">
                  <c:v>490</c:v>
                </c:pt>
                <c:pt idx="21">
                  <c:v>450</c:v>
                </c:pt>
                <c:pt idx="22">
                  <c:v>417</c:v>
                </c:pt>
                <c:pt idx="23">
                  <c:v>561</c:v>
                </c:pt>
                <c:pt idx="24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281</c:v>
                </c:pt>
                <c:pt idx="1">
                  <c:v>298</c:v>
                </c:pt>
                <c:pt idx="2">
                  <c:v>319</c:v>
                </c:pt>
                <c:pt idx="3">
                  <c:v>287</c:v>
                </c:pt>
                <c:pt idx="4">
                  <c:v>406</c:v>
                </c:pt>
                <c:pt idx="5">
                  <c:v>292</c:v>
                </c:pt>
                <c:pt idx="6">
                  <c:v>371</c:v>
                </c:pt>
                <c:pt idx="7">
                  <c:v>402</c:v>
                </c:pt>
                <c:pt idx="8">
                  <c:v>266</c:v>
                </c:pt>
                <c:pt idx="9">
                  <c:v>315</c:v>
                </c:pt>
                <c:pt idx="10">
                  <c:v>487</c:v>
                </c:pt>
                <c:pt idx="11">
                  <c:v>524</c:v>
                </c:pt>
                <c:pt idx="12">
                  <c:v>329</c:v>
                </c:pt>
                <c:pt idx="13">
                  <c:v>359</c:v>
                </c:pt>
                <c:pt idx="14">
                  <c:v>292</c:v>
                </c:pt>
                <c:pt idx="15">
                  <c:v>465</c:v>
                </c:pt>
                <c:pt idx="16">
                  <c:v>454</c:v>
                </c:pt>
                <c:pt idx="17">
                  <c:v>343</c:v>
                </c:pt>
                <c:pt idx="18">
                  <c:v>347</c:v>
                </c:pt>
                <c:pt idx="19">
                  <c:v>607</c:v>
                </c:pt>
                <c:pt idx="20">
                  <c:v>419</c:v>
                </c:pt>
                <c:pt idx="21">
                  <c:v>431</c:v>
                </c:pt>
                <c:pt idx="22">
                  <c:v>426</c:v>
                </c:pt>
                <c:pt idx="23">
                  <c:v>608</c:v>
                </c:pt>
                <c:pt idx="24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48</c:v>
                </c:pt>
                <c:pt idx="1">
                  <c:v>34</c:v>
                </c:pt>
                <c:pt idx="2">
                  <c:v>72</c:v>
                </c:pt>
                <c:pt idx="3">
                  <c:v>75</c:v>
                </c:pt>
                <c:pt idx="4">
                  <c:v>-84</c:v>
                </c:pt>
                <c:pt idx="5">
                  <c:v>33</c:v>
                </c:pt>
                <c:pt idx="6">
                  <c:v>-16</c:v>
                </c:pt>
                <c:pt idx="7">
                  <c:v>-18</c:v>
                </c:pt>
                <c:pt idx="8">
                  <c:v>58</c:v>
                </c:pt>
                <c:pt idx="9">
                  <c:v>57</c:v>
                </c:pt>
                <c:pt idx="10">
                  <c:v>-156</c:v>
                </c:pt>
                <c:pt idx="11">
                  <c:v>-191</c:v>
                </c:pt>
                <c:pt idx="12">
                  <c:v>-23</c:v>
                </c:pt>
                <c:pt idx="13">
                  <c:v>66</c:v>
                </c:pt>
                <c:pt idx="14">
                  <c:v>140</c:v>
                </c:pt>
                <c:pt idx="15">
                  <c:v>179</c:v>
                </c:pt>
                <c:pt idx="16">
                  <c:v>12</c:v>
                </c:pt>
                <c:pt idx="17">
                  <c:v>69</c:v>
                </c:pt>
                <c:pt idx="18">
                  <c:v>104</c:v>
                </c:pt>
                <c:pt idx="19">
                  <c:v>-115</c:v>
                </c:pt>
                <c:pt idx="20">
                  <c:v>71</c:v>
                </c:pt>
                <c:pt idx="21">
                  <c:v>19</c:v>
                </c:pt>
                <c:pt idx="22">
                  <c:v>-9</c:v>
                </c:pt>
                <c:pt idx="23">
                  <c:v>-47</c:v>
                </c:pt>
                <c:pt idx="24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588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298698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6329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63290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45002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63290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27 days last week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185916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0508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0508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350508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073134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3772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37726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9219438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9237726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8.6 days last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48640" y="2624328"/>
          <a:ext cx="6309360" cy="3364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 txBox="1"/>
          <p:nvPr/>
        </p:nvSpPr>
        <p:spPr>
          <a:xfrm>
            <a:off x="612648" y="602589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pipeline · Mon–Sun weeks, Sydney time · before 8 Sep = history migrated from Creatio · 7 Sep migration week (1,249 cleanup closes) left out · net = new − closed, below zero = backlog shrank</a:t>
            </a:r>
            <a:endParaRPr lang="en-US" sz="630" dirty="0"/>
          </a:p>
        </p:txBody>
      </p:sp>
      <p:sp>
        <p:nvSpPr>
          <p:cNvPr id="37" name="Shape 34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2" name="Shape 39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3" name="Shape 40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4" name="Shape 41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47" name="Shape 44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weekly fall in six months.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Clearing old tickets pushed the averages 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Monday, so average time to close rose from 8.6 to 14.0 days. What's left open is older too: median age 27 → 31 days.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 against 46.8 hrs last week — but only email-answered tickets carry a response time (14% of new tickets),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7958938" y="6510528"/>
            <a:ext cx="381853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7958938" y="6510528"/>
            <a:ext cx="3818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 (live, read 25 Oct)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2026-10-25T13:00:58Z</dcterms:created>
  <dcterms:modified xsi:type="dcterms:W3CDTF">2026-10-25T13:00:58Z</dcterms:modified>
</cp:coreProperties>
</file>