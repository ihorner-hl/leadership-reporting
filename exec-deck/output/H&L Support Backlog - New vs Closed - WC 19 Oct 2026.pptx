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14 Sep</c:v>
                  </c:pt>
                  <c:pt idx="1">
                    <c:v>21 Sep</c:v>
                  </c:pt>
                  <c:pt idx="2">
                    <c:v>28 Sep</c:v>
                  </c:pt>
                  <c:pt idx="3">
                    <c:v>5 Oct</c:v>
                  </c:pt>
                  <c:pt idx="4">
                    <c:v>12 Oct</c:v>
                  </c:pt>
                  <c:pt idx="5">
                    <c:v>19 Oct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492</c:v>
                </c:pt>
                <c:pt idx="1">
                  <c:v>490</c:v>
                </c:pt>
                <c:pt idx="2">
                  <c:v>450</c:v>
                </c:pt>
                <c:pt idx="3">
                  <c:v>417</c:v>
                </c:pt>
                <c:pt idx="4">
                  <c:v>561</c:v>
                </c:pt>
                <c:pt idx="5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14 Sep</c:v>
                  </c:pt>
                  <c:pt idx="1">
                    <c:v>21 Sep</c:v>
                  </c:pt>
                  <c:pt idx="2">
                    <c:v>28 Sep</c:v>
                  </c:pt>
                  <c:pt idx="3">
                    <c:v>5 Oct</c:v>
                  </c:pt>
                  <c:pt idx="4">
                    <c:v>12 Oct</c:v>
                  </c:pt>
                  <c:pt idx="5">
                    <c:v>19 Oct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607</c:v>
                </c:pt>
                <c:pt idx="1">
                  <c:v>419</c:v>
                </c:pt>
                <c:pt idx="2">
                  <c:v>431</c:v>
                </c:pt>
                <c:pt idx="3">
                  <c:v>426</c:v>
                </c:pt>
                <c:pt idx="4">
                  <c:v>608</c:v>
                </c:pt>
                <c:pt idx="5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14 Sep</c:v>
                  </c:pt>
                  <c:pt idx="1">
                    <c:v>21 Sep</c:v>
                  </c:pt>
                  <c:pt idx="2">
                    <c:v>28 Sep</c:v>
                  </c:pt>
                  <c:pt idx="3">
                    <c:v>5 Oct</c:v>
                  </c:pt>
                  <c:pt idx="4">
                    <c:v>12 Oct</c:v>
                  </c:pt>
                  <c:pt idx="5">
                    <c:v>19 Oct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-115</c:v>
                </c:pt>
                <c:pt idx="1">
                  <c:v>71</c:v>
                </c:pt>
                <c:pt idx="2">
                  <c:v>19</c:v>
                </c:pt>
                <c:pt idx="3">
                  <c:v>-9</c:v>
                </c:pt>
                <c:pt idx="4">
                  <c:v>-47</c:v>
                </c:pt>
                <c:pt idx="5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199 vs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298698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6329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63290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45002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63290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tickets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185916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0508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0508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350508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073134" y="1024128"/>
            <a:ext cx="2704338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3772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37726" y="1225296"/>
            <a:ext cx="24300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9219438" y="1444752"/>
            <a:ext cx="24300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9237726" y="181051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this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48640" y="2624328"/>
          <a:ext cx="6309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 txBox="1"/>
          <p:nvPr/>
        </p:nvSpPr>
        <p:spPr>
          <a:xfrm>
            <a:off x="612648" y="6044184"/>
            <a:ext cx="6181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pipeline · Mon–Sun weeks, Sydney time · net = new − closed, below zero = backlog shrank</a:t>
            </a:r>
            <a:endParaRPr lang="en-US" sz="630" dirty="0"/>
          </a:p>
        </p:txBody>
      </p:sp>
      <p:sp>
        <p:nvSpPr>
          <p:cNvPr id="37" name="Shape 34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2" name="Shape 39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3" name="Shape 40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4" name="Shape 41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47" name="Shape 44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fall since cutover, after −9 and −47.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of that fall is cleanup.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 evening. Clearing old tickets is also why the average close is 14.0 days while the median is 2.1.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14.7h on average against 46.8h last week — but only tickets answered by email carry a response time, 14% of new tickets,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7958938" y="6510528"/>
            <a:ext cx="381853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7958938" y="6510528"/>
            <a:ext cx="3818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 (live, read 25 Oct)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2026-10-25T12:53:25Z</dcterms:created>
  <dcterms:modified xsi:type="dcterms:W3CDTF">2026-10-25T12:53:25Z</dcterms:modified>
</cp:coreProperties>
</file>