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91%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50.0h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20h, $3,000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H&amp;L Pay activations (2h, $300). Hours with no Is Chargeable flag are counted as chargeable.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2026-10-26T00:18:55Z</dcterms:created>
  <dcterms:modified xsi:type="dcterms:W3CDTF">2026-10-26T00:18:55Z</dcterms:modified>
</cp:coreProperties>
</file>